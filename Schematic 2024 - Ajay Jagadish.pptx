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edium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edium-boldItalic.fntdata"/><Relationship Id="rId9" Type="http://schemas.openxmlformats.org/officeDocument/2006/relationships/font" Target="fonts/Robo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edium-regular.fntdata"/><Relationship Id="rId8" Type="http://schemas.openxmlformats.org/officeDocument/2006/relationships/font" Target="fonts/Robot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1075625" y="1144375"/>
            <a:ext cx="6862800" cy="3843300"/>
            <a:chOff x="1075625" y="1144375"/>
            <a:chExt cx="6862800" cy="3843300"/>
          </a:xfrm>
        </p:grpSpPr>
        <p:grpSp>
          <p:nvGrpSpPr>
            <p:cNvPr id="55" name="Google Shape;55;p13"/>
            <p:cNvGrpSpPr/>
            <p:nvPr/>
          </p:nvGrpSpPr>
          <p:grpSpPr>
            <a:xfrm>
              <a:off x="1075625" y="1144375"/>
              <a:ext cx="6862800" cy="3843300"/>
              <a:chOff x="1075625" y="1144375"/>
              <a:chExt cx="6862800" cy="3843300"/>
            </a:xfrm>
          </p:grpSpPr>
          <p:sp>
            <p:nvSpPr>
              <p:cNvPr id="56" name="Google Shape;56;p13"/>
              <p:cNvSpPr/>
              <p:nvPr/>
            </p:nvSpPr>
            <p:spPr>
              <a:xfrm>
                <a:off x="1075625" y="1144375"/>
                <a:ext cx="6862800" cy="3843300"/>
              </a:xfrm>
              <a:prstGeom prst="rect">
                <a:avLst/>
              </a:prstGeom>
              <a:solidFill>
                <a:srgbClr val="CFE2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3352025" y="1638800"/>
                <a:ext cx="2138100" cy="1011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>
                <a:off x="3438575" y="1591850"/>
                <a:ext cx="1965000" cy="110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Temperature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Sensor</a:t>
                </a:r>
                <a:b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</a:b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(Input)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3246425" y="3481975"/>
                <a:ext cx="2532900" cy="1386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4269425" y="1146200"/>
                <a:ext cx="303300" cy="492600"/>
              </a:xfrm>
              <a:prstGeom prst="can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 txBox="1"/>
              <p:nvPr/>
            </p:nvSpPr>
            <p:spPr>
              <a:xfrm>
                <a:off x="3584675" y="4376275"/>
                <a:ext cx="1844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Raspberry Pi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 rot="5400000">
                <a:off x="6213825" y="1462675"/>
                <a:ext cx="1386900" cy="2020500"/>
              </a:xfrm>
              <a:prstGeom prst="can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 txBox="1"/>
              <p:nvPr/>
            </p:nvSpPr>
            <p:spPr>
              <a:xfrm>
                <a:off x="5779450" y="2115125"/>
                <a:ext cx="18447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USB Speaker</a:t>
                </a:r>
                <a:b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</a:b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(Output)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6232150" y="3481975"/>
                <a:ext cx="1529400" cy="1386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Battery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(Power)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cxnSp>
            <p:nvCxnSpPr>
              <p:cNvPr id="65" name="Google Shape;65;p13"/>
              <p:cNvCxnSpPr>
                <a:endCxn id="59" idx="0"/>
              </p:cNvCxnSpPr>
              <p:nvPr/>
            </p:nvCxnSpPr>
            <p:spPr>
              <a:xfrm>
                <a:off x="4421075" y="2650075"/>
                <a:ext cx="91800" cy="831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66" name="Google Shape;66;p13"/>
              <p:cNvCxnSpPr/>
              <p:nvPr/>
            </p:nvCxnSpPr>
            <p:spPr>
              <a:xfrm flipH="1">
                <a:off x="5360200" y="2774025"/>
                <a:ext cx="534600" cy="708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67" name="Google Shape;67;p13"/>
              <p:cNvCxnSpPr>
                <a:stCxn id="64" idx="1"/>
                <a:endCxn id="59" idx="3"/>
              </p:cNvCxnSpPr>
              <p:nvPr/>
            </p:nvCxnSpPr>
            <p:spPr>
              <a:xfrm rot="10800000">
                <a:off x="5779450" y="4175425"/>
                <a:ext cx="4527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8" name="Google Shape;68;p13"/>
              <p:cNvSpPr/>
              <p:nvPr/>
            </p:nvSpPr>
            <p:spPr>
              <a:xfrm rot="-5400000">
                <a:off x="1329325" y="1928600"/>
                <a:ext cx="1386900" cy="1844700"/>
              </a:xfrm>
              <a:prstGeom prst="can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1615700" y="2450750"/>
                <a:ext cx="11124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Camera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(Input)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cxnSp>
            <p:nvCxnSpPr>
              <p:cNvPr id="70" name="Google Shape;70;p13"/>
              <p:cNvCxnSpPr>
                <a:stCxn id="68" idx="3"/>
              </p:cNvCxnSpPr>
              <p:nvPr/>
            </p:nvCxnSpPr>
            <p:spPr>
              <a:xfrm>
                <a:off x="2945125" y="2850950"/>
                <a:ext cx="869100" cy="616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1" name="Google Shape;71;p13"/>
              <p:cNvSpPr txBox="1"/>
              <p:nvPr/>
            </p:nvSpPr>
            <p:spPr>
              <a:xfrm>
                <a:off x="1108400" y="1214750"/>
                <a:ext cx="228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chemeClr val="dk2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Device Enclosure</a:t>
                </a:r>
                <a:endParaRPr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sp>
          <p:nvSpPr>
            <p:cNvPr id="72" name="Google Shape;72;p13"/>
            <p:cNvSpPr/>
            <p:nvPr/>
          </p:nvSpPr>
          <p:spPr>
            <a:xfrm>
              <a:off x="3338625" y="3626700"/>
              <a:ext cx="2338800" cy="660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 txBox="1"/>
            <p:nvPr/>
          </p:nvSpPr>
          <p:spPr>
            <a:xfrm>
              <a:off x="3388625" y="3556950"/>
              <a:ext cx="223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My Project Code</a:t>
              </a:r>
              <a:br>
                <a:rPr lang="en"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</a:br>
              <a:r>
                <a:rPr lang="en" sz="2000">
                  <a:solidFill>
                    <a:schemeClr val="dk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(Python)</a:t>
              </a:r>
              <a:endParaRPr sz="20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